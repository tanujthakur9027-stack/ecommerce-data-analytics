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project, objective, and overall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purpose and scope of the analytics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sales growth trends and peak demand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best-selling categories and business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geographic sales performance and logistics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customer retention and segmentation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future forecasting trends and expected business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strategic business growth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practical implementation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project outcomes and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E-Commerce Business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Comprehensive Analysis, Forecasting, Customer Insights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2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Analyze monthly and yearly sales performance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Identify high-performing products and regions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Segment customers using RFM analysis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Forecast future sales trends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Generate strategic business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14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Sales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Monthly sales demonstrated continuous business growth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Peak sales periods occurred during seasonal promotions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Technology products generated maximum revenue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Western region contributed highest total sales</a:t>
            </a:r>
          </a:p>
        </p:txBody>
      </p:sp>
      <p:pic>
        <p:nvPicPr>
          <p:cNvPr id="4" name="Picture 3" descr="sal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Product Category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Technology category dominated sales revenue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Furniture and Office Supplies showed stable growth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High-demand categories represent inventory expansion opportunities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Category analysis supports marketing optimization</a:t>
            </a:r>
          </a:p>
        </p:txBody>
      </p:sp>
      <p:pic>
        <p:nvPicPr>
          <p:cNvPr id="4" name="Picture 3" descr="category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4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Regional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West and East regions generated highest revenue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Regional demand patterns varied significantly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High-performing regions require stronger marketing investment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Low-performing regions need targeted promotions</a:t>
            </a:r>
          </a:p>
        </p:txBody>
      </p:sp>
      <p:pic>
        <p:nvPicPr>
          <p:cNvPr id="4" name="Picture 3" descr="reg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14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Customer Behavior &amp; RFM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Champions represented high-value customers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Loyal customers generated repeat revenue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At-risk customers required retention strategies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Customer segmentation improved personalized marketing</a:t>
            </a:r>
          </a:p>
        </p:txBody>
      </p:sp>
      <p:pic>
        <p:nvPicPr>
          <p:cNvPr id="4" name="Picture 3" descr="customer_seg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4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Sales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Holt-Winters forecasting model predicted future growth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Seasonal fluctuations and demand patterns identified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Forecasting supports inventory and pricing strategies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Expected revenue growth provides expansion opportunities</a:t>
            </a:r>
          </a:p>
        </p:txBody>
      </p:sp>
      <p:pic>
        <p:nvPicPr>
          <p:cNvPr id="4" name="Picture 3" descr="future_forecas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36576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32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Business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Expand inventory for high-growth categories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Increase marketing investment in top-performing regions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Implement upselling and cross-selling campaigns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Use personalized offers for loyal customers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Launch retention campaigns for at-risk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Recommendations &amp;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Develop loyalty programs for repeat customers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Optimize inventory using forecasting insights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Improve regional logistics and supply chain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Increase seasonal promotional campaigns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Use analytics for continuous business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Analytics improved understanding of sales and customers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Forecasting supports future business planning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Customer segmentation improves retention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t>Data-driven decisions enhance profitability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